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40039ab9bc44f3" /><Relationship Type="http://schemas.openxmlformats.org/officeDocument/2006/relationships/extended-properties" Target="/docProps/app.xml" Id="R04b17246b7b74dde" /><Relationship Type="http://schemas.openxmlformats.org/officeDocument/2006/relationships/officeDocument" Target="/ppt/presentation.xml" Id="Ra30871ca23b9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58695f61be4125"/>
  </p:sldMasterIdLst>
  <p:notesMasterIdLst>
    <p:notesMasterId xmlns:r="http://schemas.openxmlformats.org/officeDocument/2006/relationships" r:id="R90902859fcc14a88"/>
  </p:notesMasterIdLst>
  <p:sldIdLst>
    <p:sldId xmlns:r="http://schemas.openxmlformats.org/officeDocument/2006/relationships" id="256" r:id="R7a5131b6ac6b4973"/>
    <p:sldId xmlns:r="http://schemas.openxmlformats.org/officeDocument/2006/relationships" id="257" r:id="R09f321c816794117"/>
    <p:sldId xmlns:r="http://schemas.openxmlformats.org/officeDocument/2006/relationships" id="258" r:id="R065237795c03460f"/>
    <p:sldId xmlns:r="http://schemas.openxmlformats.org/officeDocument/2006/relationships" id="259" r:id="R8c811e67a2f34386"/>
    <p:sldId xmlns:r="http://schemas.openxmlformats.org/officeDocument/2006/relationships" id="260" r:id="R95d16882a11f47b3"/>
    <p:sldId xmlns:r="http://schemas.openxmlformats.org/officeDocument/2006/relationships" id="261" r:id="R7c84688f68e745eb"/>
    <p:sldId xmlns:r="http://schemas.openxmlformats.org/officeDocument/2006/relationships" id="262" r:id="R6334f9034e2744aa"/>
    <p:sldId xmlns:r="http://schemas.openxmlformats.org/officeDocument/2006/relationships" id="263" r:id="R28d7b1c09bd3440f"/>
    <p:sldId xmlns:r="http://schemas.openxmlformats.org/officeDocument/2006/relationships" id="264" r:id="R86d5afa5ea1841c1"/>
    <p:sldId xmlns:r="http://schemas.openxmlformats.org/officeDocument/2006/relationships" id="265" r:id="R102e9a6b839844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8695f61be4125" /><Relationship Type="http://schemas.openxmlformats.org/officeDocument/2006/relationships/theme" Target="/ppt/theme/theme1.xml" Id="R175508a1071b4b25" /><Relationship Type="http://schemas.openxmlformats.org/officeDocument/2006/relationships/notesMaster" Target="/ppt/notesMasters/notesMaster1.xml" Id="R90902859fcc14a88" /><Relationship Type="http://schemas.openxmlformats.org/officeDocument/2006/relationships/presProps" Target="/ppt/presProps.xml" Id="R872fb9b4c29a4329" /><Relationship Type="http://schemas.openxmlformats.org/officeDocument/2006/relationships/viewProps" Target="/ppt/viewProps.xml" Id="R346157ae7abc43f3" /><Relationship Type="http://schemas.openxmlformats.org/officeDocument/2006/relationships/tableStyles" Target="/ppt/tableStyles.xml" Id="Rc38a18e10a4a46a3" /><Relationship Type="http://schemas.openxmlformats.org/officeDocument/2006/relationships/slide" Target="/ppt/slides/slide1.xml" Id="R7a5131b6ac6b4973" /><Relationship Type="http://schemas.openxmlformats.org/officeDocument/2006/relationships/slide" Target="/ppt/slides/slide2.xml" Id="R09f321c816794117" /><Relationship Type="http://schemas.openxmlformats.org/officeDocument/2006/relationships/slide" Target="/ppt/slides/slide3.xml" Id="R065237795c03460f" /><Relationship Type="http://schemas.openxmlformats.org/officeDocument/2006/relationships/slide" Target="/ppt/slides/slide4.xml" Id="R8c811e67a2f34386" /><Relationship Type="http://schemas.openxmlformats.org/officeDocument/2006/relationships/slide" Target="/ppt/slides/slide5.xml" Id="R95d16882a11f47b3" /><Relationship Type="http://schemas.openxmlformats.org/officeDocument/2006/relationships/slide" Target="/ppt/slides/slide6.xml" Id="R7c84688f68e745eb" /><Relationship Type="http://schemas.openxmlformats.org/officeDocument/2006/relationships/slide" Target="/ppt/slides/slide7.xml" Id="R6334f9034e2744aa" /><Relationship Type="http://schemas.openxmlformats.org/officeDocument/2006/relationships/slide" Target="/ppt/slides/slide8.xml" Id="R28d7b1c09bd3440f" /><Relationship Type="http://schemas.openxmlformats.org/officeDocument/2006/relationships/slide" Target="/ppt/slides/slide9.xml" Id="R86d5afa5ea1841c1" /><Relationship Type="http://schemas.openxmlformats.org/officeDocument/2006/relationships/slide" Target="/ppt/slides/slide10.xml" Id="R102e9a6b839844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b7e6700f5f342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bd371787194dbf" /><Relationship Type="http://schemas.openxmlformats.org/officeDocument/2006/relationships/notesMaster" Target="/ppt/notesMasters/notesMaster1.xml" Id="Rd649a237267148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b91207eb1c430f" /><Relationship Type="http://schemas.openxmlformats.org/officeDocument/2006/relationships/notesMaster" Target="/ppt/notesMasters/notesMaster1.xml" Id="R501856f448ee41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653161e6c74865" /><Relationship Type="http://schemas.openxmlformats.org/officeDocument/2006/relationships/notesMaster" Target="/ppt/notesMasters/notesMaster1.xml" Id="Rf8274c85771a44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88934211974f9b" /><Relationship Type="http://schemas.openxmlformats.org/officeDocument/2006/relationships/notesMaster" Target="/ppt/notesMasters/notesMaster1.xml" Id="R5331834cc1d145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66ce2323f54baf" /><Relationship Type="http://schemas.openxmlformats.org/officeDocument/2006/relationships/notesMaster" Target="/ppt/notesMasters/notesMaster1.xml" Id="Rbbfc4857d98a45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bcd6aaa7334c2c" /><Relationship Type="http://schemas.openxmlformats.org/officeDocument/2006/relationships/notesMaster" Target="/ppt/notesMasters/notesMaster1.xml" Id="Rec21c8ec5eda45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3a0a9dc82349c2" /><Relationship Type="http://schemas.openxmlformats.org/officeDocument/2006/relationships/notesMaster" Target="/ppt/notesMasters/notesMaster1.xml" Id="R8d8a35402b1944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8cfd672aa84e34" /><Relationship Type="http://schemas.openxmlformats.org/officeDocument/2006/relationships/notesMaster" Target="/ppt/notesMasters/notesMaster1.xml" Id="Rbd4f0201ab6a44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0f770d2865437a" /><Relationship Type="http://schemas.openxmlformats.org/officeDocument/2006/relationships/notesMaster" Target="/ppt/notesMasters/notesMaster1.xml" Id="Rac2619054cb040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30f8763838487b" /><Relationship Type="http://schemas.openxmlformats.org/officeDocument/2006/relationships/notesMaster" Target="/ppt/notesMasters/notesMaster1.xml" Id="R92286ebf5c404e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d8d6e0d4b4bb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e4ee9780a5b4f1a" /><Relationship Type="http://schemas.openxmlformats.org/officeDocument/2006/relationships/slideLayout" Target="/ppt/slideLayouts/slideLayout2.xml" Id="R95d74431891d41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d74431891d41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027a07f73b419a" /><Relationship Type="http://schemas.openxmlformats.org/officeDocument/2006/relationships/notesSlide" Target="/ppt/notesSlides/notesSlide1.xml" Id="R4107b91eedfd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81a2ab90014882" /><Relationship Type="http://schemas.openxmlformats.org/officeDocument/2006/relationships/notesSlide" Target="/ppt/notesSlides/notesSlide2.xml" Id="Ra6e8098171794a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b757281f44441b" /><Relationship Type="http://schemas.openxmlformats.org/officeDocument/2006/relationships/notesSlide" Target="/ppt/notesSlides/notesSlide3.xml" Id="R3fc4c80502df48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cbf551c57444b2" /><Relationship Type="http://schemas.openxmlformats.org/officeDocument/2006/relationships/notesSlide" Target="/ppt/notesSlides/notesSlide4.xml" Id="R5640b7d31ab24a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e860707e234e4b" /><Relationship Type="http://schemas.openxmlformats.org/officeDocument/2006/relationships/notesSlide" Target="/ppt/notesSlides/notesSlide5.xml" Id="Rdadb816bd28746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48d1e71a94ad7" /><Relationship Type="http://schemas.openxmlformats.org/officeDocument/2006/relationships/notesSlide" Target="/ppt/notesSlides/notesSlide6.xml" Id="Rdcedba1447b848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ec445770494c87" /><Relationship Type="http://schemas.openxmlformats.org/officeDocument/2006/relationships/notesSlide" Target="/ppt/notesSlides/notesSlide7.xml" Id="R957b81c958804a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2d1c1fe3e641ff" /><Relationship Type="http://schemas.openxmlformats.org/officeDocument/2006/relationships/image" Target="/ppt/media/image.png" Id="R49f6c8017b2949be" /><Relationship Type="http://schemas.openxmlformats.org/officeDocument/2006/relationships/notesSlide" Target="/ppt/notesSlides/notesSlide8.xml" Id="Rbc0590d590164f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e1e302553e44c0" /><Relationship Type="http://schemas.openxmlformats.org/officeDocument/2006/relationships/image" Target="/ppt/media/image2.png" Id="R7b1e352878a64208" /><Relationship Type="http://schemas.openxmlformats.org/officeDocument/2006/relationships/notesSlide" Target="/ppt/notesSlides/notesSlide9.xml" Id="R383017f3151a42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7361cb76b241e3" /><Relationship Type="http://schemas.openxmlformats.org/officeDocument/2006/relationships/notesSlide" Target="/ppt/notesSlides/notesSlide10.xml" Id="Rfd29581a2d3346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D00B3B-FB4E-4E36-B16C-A8E892C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623BA-80D2-48AD-9670-619B3A46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URL Threat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3CC6F-3A04-42AF-A41E-761B61AC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76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A hybrid system for automatic URL threat analysis and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3C3FD-BF42-4D8F-9583-8104348A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1324D-86F0-4995-8D5D-CB1F3C47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0325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Local 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06B33-759D-4444-AFD2-C9F33886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3365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62D3D-0856-441A-9642-9FB570E1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0032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Heuristics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0C673-E88C-4E0A-9FF3-FA65F6F5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336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D20BC-F48A-44B1-82A0-DD56DC86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03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VirusTotal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95E2F-EB7F-4CB7-BD2C-6484A554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2950"/>
            <a:ext cx="3619500" cy="4762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DCBA8-3565-4999-8816-2A043044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14300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From raw link to explainable 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5812A-2119-42E1-BBE0-7AFC9861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3360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1. Extract numeric URL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73F05-D862-4C03-A804-0CB6B7CD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57475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2. Predict benign / phishing / malware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AE8BA-16C2-4340-AE2F-9A3B7C7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813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3. Correct obvious false positives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1307C-58E1-469F-83C1-22CD2000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05225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4. Compare with external 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7C4A2-CA4A-498B-924D-8C6E983F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5. Show a safe / suspicious / dangerous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B76C2-D289-4B71-937D-C2DC73C3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051701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8EDBCB-0991-4CDD-BADE-9FCA11EA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4E17D-7B31-4928-B5DB-5341A70A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URL THREAT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35697-BB94-40A9-B083-E188A4B7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problem is small links carrying large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F1B36-6E91-4837-A376-0FD4B8FE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Phishing and malware URLs often look normal at first glance. A useful tool must be fast, explainable, and careful with trusted platforms that attackers can imitate.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EA32E-57CB-46B6-9051-B2549A44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A6D64-D2D1-4DB6-BA4B-7DB84EB6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FF4AE-6ACA-4C73-9E2D-A00D7F94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A386E-974E-4169-8A89-F0EF6617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1676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URL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21C93-BFAC-4832-B3F8-F6173E68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580AF-EED5-4701-B2B3-F98FF8D2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93E97-24EB-4649-8280-647D1AE6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907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29F45-3215-40E8-A6AA-E379B4A5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76450"/>
            <a:ext cx="1676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Verdict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26D69-D8B0-4A3A-B6B7-2C46E315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90328-18F3-4A63-BF8F-23E8CC5C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42F27-B778-4816-B6EF-3EEEE5E5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2C902-3AE3-4C85-B7C7-AD7BF81B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1676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False alarm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4B553-621A-4F2D-A76D-CACB59C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FD424-35AE-4AD0-A09B-B4991ABB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E8F2C-197A-4F64-952B-C60955BB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826F3-9BD3-4218-979C-A649C08B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1676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Missed threat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D29AA-D49D-40C6-A128-D573B921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project therefore does not rely on a single black-box answer. It combines local prediction, visible rules, and VirusTotal as an outside reference.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ED046-09CF-43B6-B827-E28CDC52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56919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9FFD8-DEBD-4A18-94E2-3DF9FAF0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7BA9C-515C-42DD-9571-FDA59B5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URL THREAT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1B286-16DE-4F14-9C22-371F9BED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Architecture: one clear path from URL to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D945B-5F21-47B7-A332-FDF727E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75321-DD02-458D-A01B-E1453DA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95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9CE6D-B751-4FD6-BC2E-C3B92AC6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2400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Next.js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9FC2A-BCFC-4948-AD8D-FAEF67AC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manual scan form +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7489D-AB26-4831-A83E-5D01E08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08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87084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2AAA1-A54D-4CA1-ACBF-107A5DCB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9EF63-999F-4C14-8B2C-F36E7002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14525"/>
            <a:ext cx="95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1F5F4-1367-4FC0-99A4-1C9372D8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24050"/>
            <a:ext cx="2400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D9DA9-1313-4847-AF80-A967890E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907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auth, validation, routes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DCBC3-714E-4788-9856-F9C531B8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08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87084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11997-F94C-4876-A4CD-5E3FFCB7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8B570-29EF-4630-81D1-AFABFBC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14525"/>
            <a:ext cx="95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55600-771F-4299-A4D7-62D3D3F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2400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Feature extractor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E1AED-73C8-4276-A0D8-F9168A7D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turn URL into numbers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FFA38-3C7C-484B-846F-B1748A9C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00C32-144B-43BE-A19D-3F9A2CEA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95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B1D6C-F2AB-41E9-A6AE-6946216F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2400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C5581-A4B4-4AF0-83CC-4C95077E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6712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model-only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B0D83-8FA5-406B-A759-4A972838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242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08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87084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8B6B6-0D65-4312-8C7E-A744E844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7526F-E8DA-4902-9289-1B284492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90900"/>
            <a:ext cx="95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B48AA-F361-46D8-9F10-4D4A0AD9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00425"/>
            <a:ext cx="2400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Hybrid verdict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EE653-B524-4F1C-AE65-0590CFC4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6712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rules + model + VT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66FE6-40B6-4C40-81CE-7A7A0F43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08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87084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FF471D-F1A1-457C-AA7A-AF915B10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29E13-59FA-44B2-998F-25EE70A2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900"/>
            <a:ext cx="95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E64A45-A603-4CDD-82DB-710C77C3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0425"/>
            <a:ext cx="2400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SQLite 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FA2E0-82DB-4B84-9859-74A4DF4A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6712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history and dashboard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14B90-47C5-4EDC-A582-A28B8465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The backend never crawls submitted pages. It analyzes URL text and optional VirusTotal reputation data.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4311F5-8CD2-4DB5-9E35-EB11E123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69286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64E8DB-52F6-4B24-9786-47A987C1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1E3FB-046B-46E6-ADC4-BFEA3C40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URL THREAT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1AA13-40C1-4E98-A913-5B2ACC91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Feature engineering makes the URL measurable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7BA8C-A1B2-4246-B4ED-FA754E2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095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BFBDD-A924-450A-AB60-26B7A1D9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B125A-8252-450B-8EDD-70EC6465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Length &amp;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B6E6C-6CDB-4721-9541-865DC882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3676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URL length, dots, subdomains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4B9A6-2047-4E6A-8242-301FF383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4095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75D81-2583-444E-9DBF-F254F3EA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A6433-2EA6-4EF0-8114-8F9A24B1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66900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Security hints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28316-0586-4830-8284-4388AB3E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52650"/>
            <a:ext cx="3676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HTTPS, IP address, @ symbol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8095B-BFE6-430F-B05E-6F04FB54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4095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B41A8-52CE-4E00-821C-206D40A4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79759-226E-4F81-BF19-CF028DD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Suspicious 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2385F-E7C3-4BB0-950A-44B596B9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3676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login, verify, password, wallet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7127C-0455-417E-A8CA-8CDB1EEF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8450"/>
            <a:ext cx="4095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94FAE-15BD-400F-8B6C-C04A1891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8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71DFB-AC8A-486D-90F1-9308CC86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9900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Trusted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DABF0-C8E2-4CA5-9613-AC696C5D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95650"/>
            <a:ext cx="3676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registered-domain whitelist + trusted pages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91AD8-F6B1-46D6-9C9D-AE2615B1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095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29142-EE3D-46BB-B672-9A96E88C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69AD4-A716-491F-B472-D25BC26A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Complexity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92CEC-2198-4D56-8D1B-8DE70BEC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3676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query count, risky extension, entropy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93660-1540-41D5-B5C8-04C6AF42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04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This is the bridge from raw text to math: every URL becomes the same numeric feature row.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EFC95-4DB1-42D1-AF65-1088156A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59627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01984-C13A-464F-A7F3-F472104F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6F1C8-7E01-4409-BC11-22B8A08E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URL THREAT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421B0-8912-4708-B1C1-ABC4FA0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local model is strong, but not treated as magic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24FA6-74AD-4646-AEDC-85E9FE0B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3D592-569B-4C22-8EA1-71418010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20553-FD2E-4377-8EF4-D791549E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Rows used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28A71-7FBB-4494-8939-B8752499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640,905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71A57-90C0-4303-BDD0-FE4CAA5C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5AEAD-C8E0-45F9-8AA1-982F3658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3C30E-AFA7-4313-9861-E6DBFB49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E34B3-36AA-4020-B3AE-525F5190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93.47%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165BD-918A-4621-B060-47E1CFBE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42E40-142C-40C8-81D5-651F9C8C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99DDB-4CF6-4444-AE81-7CBFB0EE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7D1AC-44AE-470F-9B9B-DB44FA61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93.62%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2BF0D-9148-46FF-87FA-4CA2A859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1A31C-ABEE-4794-885D-A8D46329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C7A7A-B7E5-4341-BF14-ACDEF1B7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Classes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F715F-7202-4D89-B42A-BD386603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46861-64A3-45A2-8681-930E8A26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66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Random Forest predicts benign, phishing, malware, or defacement from URL features only.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892E6-FA18-478A-A799-BD2525FE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4476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Its confidence is model probability, not guaranteed truth. That is why the final system also uses visible rules and VirusTotal comparison.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42650-7168-4491-AD20-470039DF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80232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6AB0FC-97E3-4932-8B22-1FA2B492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6C412-D16C-482B-9A9B-28B94B1C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URL THREAT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14E1A-FA81-4774-9C0B-2CED5532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Hybrid logic protects the demo from obvious model mistakes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1A97F-3196-4560-8D37-E471FB2B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9EE1F-DC25-40CE-843D-CC5C5606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95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72887-F878-493A-927C-70C4A0C5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71675"/>
            <a:ext cx="2495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Trusted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6CB0A-D657-43B3-9E3A-7AB76E79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google.com, youtube.com, github.com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1D69D-9F34-412C-BB3B-A4B90334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097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D4C2B-FEC9-479B-9777-1C70BBE0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62150"/>
            <a:ext cx="95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ABBE2-8322-4698-9AC6-D0F64E74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2495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Fake trusted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29575-1CBF-4BAD-9AA0-8EEB69CB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google.com.fake-domain.ru is not google.com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BB0EB-02BC-4032-A1D1-54F0A29E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DE8C8-E951-4656-AD00-48338A6B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62150"/>
            <a:ext cx="95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59F30-32B7-4DB1-88AE-2B2D4174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71675"/>
            <a:ext cx="2495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External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BEE5E-82BB-4C1D-A533-ED03EBCD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VirusTotal detections can escalate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1378E-384D-435E-AEFE-97866507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whitelist is applied to the registered domain, not to random text inside the URL.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CC309-AE3F-4555-ABF5-F3016720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This is why a real Google search can stay safe, while a fake domain containing “google.com” is still dangerous.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D532D-A257-4D4E-9F88-09C6491B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1229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16DB52-8BBF-4BB8-B63D-A7240E87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EC4AE-2239-4E89-9933-7124422F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URL THREAT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85C01-7AE0-44DC-81D4-8D1A8CB6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VirusTotal is a reference, not the answer key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FAFEA-DF00-4A39-B095-F604A9AD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476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4D76C-C6E5-4FB1-84CD-3C87D986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5BE27-B8B3-4771-8D97-3D666088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Eligible scans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287B3-5B33-412E-994C-15C2EDB6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741A9-159F-41C3-AAC7-292FC5E2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476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8F977-DEB3-4E34-8FB7-56F7155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3F301-891A-4D06-A238-A1C3DDC5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812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Agreement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91616-36DE-4F9C-A51D-31F18ECE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9F371-EB44-4515-85BE-9987E72A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2476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4677F-628D-4CFF-9896-9459294B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7EE7B-A9A2-46EF-9F2B-87A1A795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VT risky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4655A-B330-470E-BD60-D21D6E9D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6695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7114F-A41C-4045-BCC2-E5FE8132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476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2D345-43A6-4680-B752-3228CCCD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777AB-BEDF-4586-8A88-DF806865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812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VT clean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1B508-EA22-470A-81DA-3E24E374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CDAE7-1BBF-4EEA-89FC-E8D3FA48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comparison is calculated only when VirusTotal returned usable analysis stats: fetched or cached.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07377-A612-41EB-83CF-57CEB271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4476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We report agreement and disagreement buckets. We do not claim VirusTotal is absolute ground truth.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0CE25-5EC2-403B-A4E9-FCEFCCD1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59142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A7558-4494-42BC-A234-A30B8634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13838-1C89-42DD-8583-37331A3B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URL THREAT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EBF8F-8DFB-479D-B1F3-3BCA330B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dashboard makes the system demonstrable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6c8017b2949be"/>
          <a:stretch xmlns:a="http://schemas.openxmlformats.org/drawingml/2006/main"/>
        </p:blipFill>
        <p:spPr>
          <a:xfrm xmlns:a="http://schemas.openxmlformats.org/drawingml/2006/main">
            <a:off x="1332033" y="1619250"/>
            <a:ext cx="6098934" cy="440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E2130-ACC5-4766-9D8C-EBD3E03E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One screen shows volume, verdict mix, comparison rate, and recent reports.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441F6-3EEA-4B28-B6FA-ECC12872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This is what makes the project feel like software, not just a trained model in isolation.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10B64-92CB-49C0-8D81-247F5606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67272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3097A3-0A56-4245-832A-A585745A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03EF3-8F4E-4C3F-9CDD-E14D643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URL THREAT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50182-B5E0-4644-A066-2E105155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Each report explains the verdict, not just the label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e352878a64208"/>
          <a:stretch xmlns:a="http://schemas.openxmlformats.org/drawingml/2006/main"/>
        </p:blipFill>
        <p:spPr>
          <a:xfrm xmlns:a="http://schemas.openxmlformats.org/drawingml/2006/main">
            <a:off x="2031287" y="1600200"/>
            <a:ext cx="4929025" cy="4514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493EF-E24E-4F2D-8A81-14C9652C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Useful security tools explain “why”.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15870-D732-4847-AE0D-D430A579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- defanged 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F2E54-98BF-4554-B7C1-F9563F2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- risk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06FB1-26CB-49A2-BD97-D2553F1F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57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- model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00554-8123-4398-9425-6BC77F08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- VirusTotal 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AF785-9290-4AF6-9CE9-9EDF69E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- heuristic flags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02BFA-88C9-478A-B201-A18C1E88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- recommendation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C6CE3-A386-4745-A177-09E7AA9B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65984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0BF1CB-975D-4BBB-BC6C-E4A63FCB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F289C-BF70-4FAF-BB47-2E1F1DA2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URL THREAT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B7B76-B0A7-47D1-BA47-3A492772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Complete for v1, honest about future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B5BDF-17C7-412A-8781-8D25434A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E7351-12CA-4BF0-B3D0-711802B8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81073-BA80-4244-8204-ACE6B173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D2D38-63A3-49FA-BAC2-9B292B9A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UI + API + 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E262D-486D-49E2-A579-179CE755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D7B95-688E-41D6-A72B-165A8677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9BBCE-E942-4BCF-86D4-7F8F9B9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859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Validated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CDCD2-04EB-471D-9855-B4F6486F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41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4EEB8-6FB3-497C-946C-0081FCCF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145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93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E5F99-085D-459E-9F2D-64B82448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14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DE755-83AB-40F5-8BB1-4DFD74F7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859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Packaged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A0ED7-4E14-472E-A4BD-D8AC7E10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71700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private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0BA26-9FB8-4D86-B62E-8DB4F9BC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V1 intentionally skips webhook ingestion. The manual scan flow already proves the core idea.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87717-6FF1-4B03-AFF3-79E97506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0A8B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0A8B8"/>
                </a:solidFill>
                <a:latin typeface="Aptos"/>
                <a:ea typeface="Aptos"/>
                <a:cs typeface="Aptos"/>
              </a:rPr>
              <a:t>Future work: email, Slack, Telegram or WhatsApp webhooks can reuse the same backend scan function.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9923E-5983-457E-B607-61418E0E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Core thesis: local ML + explainable heuristics + external reference gives a practical hybrid URL threat checker.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34272-4591-40A3-98CC-BE3736D9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87084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1898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2026-05-09T11:28:12.5180000Z</dcterms:created>
  <dcterms:modified xsi:type="dcterms:W3CDTF">2026-05-09T11:28:12.5180000Z</dcterms:modified>
</coreProperties>
</file>